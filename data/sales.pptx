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Software Launch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License Sales: 50000</a:t>
            </a:r>
          </a:p>
          <a:p>
            <a:r>
              <a:t>Projected Cloud Revenue: 120000</a:t>
            </a:r>
          </a:p>
          <a:p>
            <a:r>
              <a:t>Estimated Consulting Fees: 35000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