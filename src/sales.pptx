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Corporate Revenue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Performance Metrics:</a:t>
            </a:r>
          </a:p>
          <a:p>
            <a:r>
              <a:t>- Expected License Sales: 50000</a:t>
            </a:r>
          </a:p>
          <a:p>
            <a:r>
              <a:t>- Projected Cloud Revenue: 120000</a:t>
            </a:r>
          </a:p>
          <a:p>
            <a:r>
              <a:t>- Consulting Services: 30000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